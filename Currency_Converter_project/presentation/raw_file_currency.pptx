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08A72-1719-78E6-A1CE-7C54AA7A7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F9B634-FBBF-2A35-A38F-B27E168B4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6E553-27B7-8F6D-6B41-87F86DCC5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E91-B024-44C6-B606-37A44B185FEA}" type="datetimeFigureOut">
              <a:rPr lang="en-IN" smtClean="0"/>
              <a:t>03-08-2024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63B78-A208-F00E-A238-866329207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CBB62-3B12-C8E3-6416-3F5392F8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E44B-617B-48A2-ABEE-C30B2CA8B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960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9684F-9492-6F12-A388-465A560A2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8D2B-A4DB-9AA4-BBFA-BAF0E6872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C4E99-8811-450D-4E90-3A548550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E91-B024-44C6-B606-37A44B185FEA}" type="datetimeFigureOut">
              <a:rPr lang="en-IN" smtClean="0"/>
              <a:t>03-08-2024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496AC-E1A7-CC0F-26F4-A8B58FE5E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813E8-7DE6-FAFD-9A6B-93D33F34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E44B-617B-48A2-ABEE-C30B2CA8B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02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7F364-8F9F-E813-2E12-793762DA8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2E1E6-EAEA-A3F3-1225-CD68CA5EA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E98AE-8389-8879-DA49-8C8DDFC5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E91-B024-44C6-B606-37A44B185FEA}" type="datetimeFigureOut">
              <a:rPr lang="en-IN" smtClean="0"/>
              <a:t>03-08-2024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D2F40-4899-C157-9E4A-8DDA70F2F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BBBBB-325E-15C4-E7C5-5A48DA915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E44B-617B-48A2-ABEE-C30B2CA8B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575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026B1-0384-EC6E-7E3E-F97D63267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88919-5C70-CA56-16E4-711F5AA2C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57EFE-75AC-F25E-AA78-BDBA1B153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E134B-C3B9-D635-FBBD-127BDE0B4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E91-B024-44C6-B606-37A44B185FEA}" type="datetimeFigureOut">
              <a:rPr lang="en-IN" smtClean="0"/>
              <a:t>03-08-2024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46CB-53B1-D8BE-AA05-A9C116D83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4A9A4-AB2B-10A5-185D-9D6F92511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E44B-617B-48A2-ABEE-C30B2CA8B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12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54904-CE05-3223-5936-CE490630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6C47E-A14D-85AA-61B6-D966EBF8C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CC66BF-3CD0-80D2-F851-15D1F5121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099E96-BF08-58A9-D2F1-7FDB268CD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1B35B5-CA8E-149F-A1B4-CF0F2FCC5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8BF240-9683-D295-5438-E325DBA72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E91-B024-44C6-B606-37A44B185FEA}" type="datetimeFigureOut">
              <a:rPr lang="en-IN" smtClean="0"/>
              <a:t>03-08-2024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674A11-5351-6A7C-2F35-EEF8A2E7B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07548-78F7-10B5-740A-C726DA11B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E44B-617B-48A2-ABEE-C30B2CA8B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230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65349-A22E-B3AA-7D8C-B31A764A3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332C5-4598-6BBC-9307-AC4EEC455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E91-B024-44C6-B606-37A44B185FEA}" type="datetimeFigureOut">
              <a:rPr lang="en-IN" smtClean="0"/>
              <a:t>03-08-2024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3AC32-6468-A21B-27D6-BFC05A56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CA5388-8727-EBA3-2730-528C2B07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E44B-617B-48A2-ABEE-C30B2CA8B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312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8640AB-DBC1-C3DD-9DB6-438D37BA1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E91-B024-44C6-B606-37A44B185FEA}" type="datetimeFigureOut">
              <a:rPr lang="en-IN" smtClean="0"/>
              <a:t>03-08-2024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91F8CF-E84C-5D5D-CD20-9A3340099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56501-7D35-0A30-A03E-987945412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E44B-617B-48A2-ABEE-C30B2CA8B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882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F3297-3061-28F2-E8F2-9038E1378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81F5F-500F-07CD-2C87-4056F2572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C3C13-F611-259F-61CB-C40C21788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8B397-4BE4-02AC-37C6-E196FA4C4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E91-B024-44C6-B606-37A44B185FEA}" type="datetimeFigureOut">
              <a:rPr lang="en-IN" smtClean="0"/>
              <a:t>03-08-2024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177EC-A13B-C1F8-2969-0592F1B22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6123A-C29D-1D6C-FD48-F7A2100FE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E44B-617B-48A2-ABEE-C30B2CA8B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409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2F7D5-44AA-0693-C977-DA8EEB18C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BBA63-B701-C8B7-5527-E1C245D594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15A27-02F5-A58C-AB13-9F5A45D39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FCC54-2FD9-FD79-B9A4-A66A52AE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E91-B024-44C6-B606-37A44B185FEA}" type="datetimeFigureOut">
              <a:rPr lang="en-IN" smtClean="0"/>
              <a:t>03-08-2024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F6BD4-A43C-EB76-9F6D-E7369818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9208B-9ECC-76B6-861C-8B4B47563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E44B-617B-48A2-ABEE-C30B2CA8B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748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7AF23-5288-A196-B51B-D738A14C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E84C1C-E2E6-C75D-F79E-EC721CD0A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9EA81-B926-5F49-DAE0-4A8083943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E91-B024-44C6-B606-37A44B185FEA}" type="datetimeFigureOut">
              <a:rPr lang="en-IN" smtClean="0"/>
              <a:t>03-08-2024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3C736-453E-F841-D06D-ACA8C7413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45023-49CB-DCCF-F5CF-646300E4A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E44B-617B-48A2-ABEE-C30B2CA8B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099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EF5492-7B97-3124-936E-610D41AD3E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15B5F-88BE-BDB1-98E7-80FB77ED8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16F96-A1B4-E6B2-61A4-CCFE7050D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E91-B024-44C6-B606-37A44B185FEA}" type="datetimeFigureOut">
              <a:rPr lang="en-IN" smtClean="0"/>
              <a:t>03-08-2024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64ED3-C097-19DC-81D4-47710155D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CC7C9-09C1-307A-85B7-946987C21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E44B-617B-48A2-ABEE-C30B2CA8B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402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47791-56E6-2018-8FA0-7EAE0BDB5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C17CF-8811-C104-D67B-AB351BE8C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FFAA2-268A-F3AD-C7EF-437D4ADD8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15E91-B024-44C6-B606-37A44B185FEA}" type="datetimeFigureOut">
              <a:rPr lang="en-IN" smtClean="0"/>
              <a:t>03-08-2024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81222-8B64-CBDB-D33A-EEB8C2C33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15D7C-A60F-1A38-2623-B35AE1DF1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E44B-617B-48A2-ABEE-C30B2CA8B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491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C33114-017D-E9F3-D4B1-5B60CD4E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34CC0-C88A-3206-A888-A4DBFAEC4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3A089-17F9-D37D-72A9-805B9A4BA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15E91-B024-44C6-B606-37A44B185FEA}" type="datetimeFigureOut">
              <a:rPr lang="en-IN" smtClean="0"/>
              <a:t>03-08-2024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30D07-3D5E-435E-85CE-94CF5D6198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B3E68-F080-120A-6BFB-275DFD579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DE44B-617B-48A2-ABEE-C30B2CA8B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613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18C31-14BA-9FBB-8815-BCE26BDF6F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Currency Converter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AC99A-5464-4EE6-F6C1-C45C98BE8D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Understanding Currency Conversion</a:t>
            </a:r>
          </a:p>
        </p:txBody>
      </p:sp>
    </p:spTree>
    <p:extLst>
      <p:ext uri="{BB962C8B-B14F-4D97-AF65-F5344CB8AC3E}">
        <p14:creationId xmlns:p14="http://schemas.microsoft.com/office/powerpoint/2010/main" val="1561241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8CC03-7B34-900C-6A17-9A889A4AB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Currency Converter?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36E20-DEAA-5F67-805F-1E59D6C37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currency converter is a tool that helps users convert one currency to another. It provides real-time exchange rates and calculates the equivalent value in a different currency.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612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98194-9F31-FFA4-A5DC-C35E577A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How Does It Work?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8A088-E1EB-0F28-CE23-A0F955578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Fetches real-time exchange rates from financial markets.</a:t>
            </a:r>
          </a:p>
          <a:p>
            <a:r>
              <a:rPr lang="en-US"/>
              <a:t>2. Allows users to input the amount and select the currencies.</a:t>
            </a:r>
          </a:p>
          <a:p>
            <a:r>
              <a:rPr lang="en-US"/>
              <a:t>3. Computes the equivalent amount based on the latest rates.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676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B67E-2543-663F-DE4E-1E233F3B9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Example Conversion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048A7-65E4-9642-8A9D-6DCA5F5BB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example, if you want to convert 100 USD to EUR:</a:t>
            </a:r>
          </a:p>
          <a:p>
            <a:r>
              <a:rPr lang="en-US"/>
              <a:t>Assuming the exchange rate is 1 USD = 0.85 EUR,</a:t>
            </a:r>
          </a:p>
          <a:p>
            <a:r>
              <a:rPr lang="en-US"/>
              <a:t>100 USD * 0.85 = 85 EUR.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067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BC1C9-0475-A2E4-F6EF-D602F58C0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of Using a Currency Converter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1BEE8-9090-2D02-A008-1B0C76F0A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Accurate and up-to-date rates.</a:t>
            </a:r>
          </a:p>
          <a:p>
            <a:r>
              <a:rPr lang="en-US"/>
              <a:t>2. Easy to use for travelers and businesses.</a:t>
            </a:r>
          </a:p>
          <a:p>
            <a:r>
              <a:rPr lang="en-US"/>
              <a:t>3. Helps in budgeting and financial planning.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94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00FAF-C415-BF61-7E36-B594E3B5D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9B95E-751E-1205-6CEE-5124AC66D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currency converter is an essential tool for anyone dealing with multiple currencies. Whether for travel, business, or personal finance, it provides valuable assistance in managing currency exchanges.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15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Currency Converter</vt:lpstr>
      <vt:lpstr>What is a Currency Converter?</vt:lpstr>
      <vt:lpstr>How Does It Work?</vt:lpstr>
      <vt:lpstr>Example Conversion</vt:lpstr>
      <vt:lpstr>Benefits of Using a Currency Converter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Sanjita Ray</dc:creator>
  <cp:lastModifiedBy>Sanjita Ray</cp:lastModifiedBy>
  <cp:revision>1</cp:revision>
  <dcterms:created xsi:type="dcterms:W3CDTF">2024-08-03T08:46:22Z</dcterms:created>
  <dcterms:modified xsi:type="dcterms:W3CDTF">2024-08-03T08:46:25Z</dcterms:modified>
</cp:coreProperties>
</file>